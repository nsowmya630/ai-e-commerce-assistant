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5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74;p14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375;p1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" name="Google Shape;377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Google Shape;378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5" name="Google Shape;380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6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7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2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9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30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680;p23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681;p2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Google Shape;682;p23"/>
          <p:cNvSpPr/>
          <p:nvPr/>
        </p:nvSpPr>
        <p:spPr>
          <a:xfrm>
            <a:off x="2099160" y="3619080"/>
            <a:ext cx="3841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ctor"/>
                <a:ea typeface="Actor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683;p23"/>
          <p:cNvGrpSpPr/>
          <p:nvPr/>
        </p:nvGrpSpPr>
        <p:grpSpPr>
          <a:xfrm>
            <a:off x="-2067480" y="2016000"/>
            <a:ext cx="13659840" cy="5645520"/>
            <a:chOff x="-2067480" y="2016000"/>
            <a:chExt cx="13659840" cy="5645520"/>
          </a:xfrm>
        </p:grpSpPr>
        <p:pic>
          <p:nvPicPr>
            <p:cNvPr id="39" name="Google Shape;684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" name="Google Shape;685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3969200" flipH="1">
              <a:off x="-1387800" y="27410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1" name="Google Shape;686;p23"/>
          <p:cNvGrpSpPr/>
          <p:nvPr/>
        </p:nvGrpSpPr>
        <p:grpSpPr>
          <a:xfrm>
            <a:off x="-440640" y="-459720"/>
            <a:ext cx="10005120" cy="2151360"/>
            <a:chOff x="-440640" y="-459720"/>
            <a:chExt cx="10005120" cy="2151360"/>
          </a:xfrm>
        </p:grpSpPr>
        <p:grpSp>
          <p:nvGrpSpPr>
            <p:cNvPr id="42" name="Google Shape;687;p23"/>
            <p:cNvGrpSpPr/>
            <p:nvPr/>
          </p:nvGrpSpPr>
          <p:grpSpPr>
            <a:xfrm>
              <a:off x="7601400" y="-459720"/>
              <a:ext cx="1963080" cy="2057760"/>
              <a:chOff x="7601400" y="-459720"/>
              <a:chExt cx="1963080" cy="2057760"/>
            </a:xfrm>
          </p:grpSpPr>
          <p:pic>
            <p:nvPicPr>
              <p:cNvPr id="43" name="Google Shape;688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 rot="16200000">
                <a:off x="7579440" y="-43776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4" name="Google Shape;689;p23"/>
              <p:cNvGrpSpPr/>
              <p:nvPr/>
            </p:nvGrpSpPr>
            <p:grpSpPr>
              <a:xfrm>
                <a:off x="8550000" y="1280880"/>
                <a:ext cx="344160" cy="317160"/>
                <a:chOff x="8550000" y="1280880"/>
                <a:chExt cx="344160" cy="317160"/>
              </a:xfrm>
            </p:grpSpPr>
            <p:sp>
              <p:nvSpPr>
                <p:cNvPr id="45" name="Google Shape;690;p23"/>
                <p:cNvSpPr/>
                <p:nvPr/>
              </p:nvSpPr>
              <p:spPr>
                <a:xfrm>
                  <a:off x="8664840" y="1334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691;p23"/>
                <p:cNvSpPr/>
                <p:nvPr/>
              </p:nvSpPr>
              <p:spPr>
                <a:xfrm>
                  <a:off x="8550000" y="151956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692;p23"/>
                <p:cNvSpPr/>
                <p:nvPr/>
              </p:nvSpPr>
              <p:spPr>
                <a:xfrm>
                  <a:off x="8583120" y="128088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693;p23"/>
                <p:cNvSpPr/>
                <p:nvPr/>
              </p:nvSpPr>
              <p:spPr>
                <a:xfrm>
                  <a:off x="8607960" y="148680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9" name="Google Shape;694;p23"/>
              <p:cNvGrpSpPr/>
              <p:nvPr/>
            </p:nvGrpSpPr>
            <p:grpSpPr>
              <a:xfrm>
                <a:off x="8565120" y="6480"/>
                <a:ext cx="314280" cy="314640"/>
                <a:chOff x="8565120" y="6480"/>
                <a:chExt cx="314280" cy="314640"/>
              </a:xfrm>
            </p:grpSpPr>
            <p:sp>
              <p:nvSpPr>
                <p:cNvPr id="50" name="Google Shape;695;p23"/>
                <p:cNvSpPr/>
                <p:nvPr/>
              </p:nvSpPr>
              <p:spPr>
                <a:xfrm>
                  <a:off x="8604360" y="363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696;p23"/>
                <p:cNvSpPr/>
                <p:nvPr/>
              </p:nvSpPr>
              <p:spPr>
                <a:xfrm>
                  <a:off x="8565120" y="64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2" name="Google Shape;697;p23"/>
              <p:cNvGrpSpPr/>
              <p:nvPr/>
            </p:nvGrpSpPr>
            <p:grpSpPr>
              <a:xfrm>
                <a:off x="8543880" y="622440"/>
                <a:ext cx="356040" cy="357120"/>
                <a:chOff x="8543880" y="622440"/>
                <a:chExt cx="356040" cy="357120"/>
              </a:xfrm>
            </p:grpSpPr>
            <p:sp>
              <p:nvSpPr>
                <p:cNvPr id="53" name="Google Shape;698;p23"/>
                <p:cNvSpPr/>
                <p:nvPr/>
              </p:nvSpPr>
              <p:spPr>
                <a:xfrm>
                  <a:off x="8621640" y="8326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699;p23"/>
                <p:cNvSpPr/>
                <p:nvPr/>
              </p:nvSpPr>
              <p:spPr>
                <a:xfrm>
                  <a:off x="8753760" y="833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" name="Google Shape;700;p23"/>
                <p:cNvSpPr/>
                <p:nvPr/>
              </p:nvSpPr>
              <p:spPr>
                <a:xfrm>
                  <a:off x="8621640" y="701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" name="Google Shape;701;p23"/>
                <p:cNvSpPr/>
                <p:nvPr/>
              </p:nvSpPr>
              <p:spPr>
                <a:xfrm>
                  <a:off x="8751960" y="701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" name="Google Shape;702;p23"/>
                <p:cNvSpPr/>
                <p:nvPr/>
              </p:nvSpPr>
              <p:spPr>
                <a:xfrm>
                  <a:off x="8703000" y="784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" name="Google Shape;703;p23"/>
                <p:cNvSpPr/>
                <p:nvPr/>
              </p:nvSpPr>
              <p:spPr>
                <a:xfrm>
                  <a:off x="8616240" y="696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" name="Google Shape;704;p23"/>
                <p:cNvSpPr/>
                <p:nvPr/>
              </p:nvSpPr>
              <p:spPr>
                <a:xfrm>
                  <a:off x="8543880" y="622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0" name="Google Shape;705;p23"/>
              <p:cNvGrpSpPr/>
              <p:nvPr/>
            </p:nvGrpSpPr>
            <p:grpSpPr>
              <a:xfrm>
                <a:off x="7987680" y="940680"/>
                <a:ext cx="354600" cy="366480"/>
                <a:chOff x="7987680" y="940680"/>
                <a:chExt cx="354600" cy="366480"/>
              </a:xfrm>
            </p:grpSpPr>
            <p:sp>
              <p:nvSpPr>
                <p:cNvPr id="61" name="Google Shape;706;p23"/>
                <p:cNvSpPr/>
                <p:nvPr/>
              </p:nvSpPr>
              <p:spPr>
                <a:xfrm>
                  <a:off x="7987680" y="94068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707;p23"/>
                <p:cNvSpPr/>
                <p:nvPr/>
              </p:nvSpPr>
              <p:spPr>
                <a:xfrm>
                  <a:off x="8235720" y="126108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708;p23"/>
                <p:cNvSpPr/>
                <p:nvPr/>
              </p:nvSpPr>
              <p:spPr>
                <a:xfrm>
                  <a:off x="8179200" y="119016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4" name="Google Shape;709;p23"/>
              <p:cNvGrpSpPr/>
              <p:nvPr/>
            </p:nvGrpSpPr>
            <p:grpSpPr>
              <a:xfrm>
                <a:off x="8001720" y="323280"/>
                <a:ext cx="326520" cy="318600"/>
                <a:chOff x="8001720" y="323280"/>
                <a:chExt cx="326520" cy="318600"/>
              </a:xfrm>
            </p:grpSpPr>
            <p:sp>
              <p:nvSpPr>
                <p:cNvPr id="65" name="Google Shape;710;p23"/>
                <p:cNvSpPr/>
                <p:nvPr/>
              </p:nvSpPr>
              <p:spPr>
                <a:xfrm>
                  <a:off x="8127720" y="62028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711;p23"/>
                <p:cNvSpPr/>
                <p:nvPr/>
              </p:nvSpPr>
              <p:spPr>
                <a:xfrm>
                  <a:off x="8001720" y="44172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" name="Google Shape;712;p23"/>
                <p:cNvSpPr/>
                <p:nvPr/>
              </p:nvSpPr>
              <p:spPr>
                <a:xfrm>
                  <a:off x="8139600" y="57600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" name="Google Shape;713;p23"/>
                <p:cNvSpPr/>
                <p:nvPr/>
              </p:nvSpPr>
              <p:spPr>
                <a:xfrm>
                  <a:off x="8026560" y="32328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" name="Google Shape;714;p23"/>
                <p:cNvSpPr/>
                <p:nvPr/>
              </p:nvSpPr>
              <p:spPr>
                <a:xfrm>
                  <a:off x="8155080" y="53352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" name="Google Shape;715;p23"/>
                <p:cNvSpPr/>
                <p:nvPr/>
              </p:nvSpPr>
              <p:spPr>
                <a:xfrm>
                  <a:off x="8170560" y="49068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716;p23"/>
                <p:cNvSpPr/>
                <p:nvPr/>
              </p:nvSpPr>
              <p:spPr>
                <a:xfrm>
                  <a:off x="8200080" y="39888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717;p23"/>
                <p:cNvSpPr/>
                <p:nvPr/>
              </p:nvSpPr>
              <p:spPr>
                <a:xfrm>
                  <a:off x="8237520" y="37800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718;p23"/>
                <p:cNvSpPr/>
                <p:nvPr/>
              </p:nvSpPr>
              <p:spPr>
                <a:xfrm>
                  <a:off x="8274600" y="34920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4" name="Google Shape;719;p23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5" name="Google Shape;720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76" name="Google Shape;721;p23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7" name="Google Shape;722;p23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" name="Google Shape;723;p23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" name="Google Shape;724;p23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" name="Google Shape;725;p23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1" name="Google Shape;726;p23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82" name="Google Shape;727;p23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728;p23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4" name="Google Shape;729;p23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85" name="Google Shape;730;p23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" name="Google Shape;731;p23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" name="Google Shape;732;p23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733;p23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" name="Google Shape;734;p23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36;p6"/>
          <p:cNvPicPr/>
          <p:nvPr/>
        </p:nvPicPr>
        <p:blipFill>
          <a:blip r:embed="rId3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37;p6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3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94" name="Google Shape;139;p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5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96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1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102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106" name="Google Shape;151;p6"/>
          <p:cNvPicPr/>
          <p:nvPr/>
        </p:nvPicPr>
        <p:blipFill>
          <a:blip r:embed="rId6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813;p29"/>
          <p:cNvCxnSpPr/>
          <p:nvPr/>
        </p:nvCxnSpPr>
        <p:spPr>
          <a:xfrm>
            <a:off x="2009880" y="18051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11" name="Rectangle 110"/>
          <p:cNvSpPr/>
          <p:nvPr/>
        </p:nvSpPr>
        <p:spPr>
          <a:xfrm>
            <a:off x="2009880" y="1320240"/>
            <a:ext cx="671472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AI E-Commerce</a:t>
            </a:r>
            <a:endParaRPr lang="en-US" sz="3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2009880" y="1805160"/>
            <a:ext cx="5362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AI-Powered Intelligent Shopping Assistance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41910" y="3885420"/>
            <a:ext cx="3804180" cy="12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 smtClean="0">
                <a:solidFill>
                  <a:srgbClr val="FFFFFF"/>
                </a:solidFill>
                <a:latin typeface="Actor"/>
              </a:rPr>
              <a:t>Presented by: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 smtClean="0">
                <a:solidFill>
                  <a:srgbClr val="FFFFFF"/>
                </a:solidFill>
                <a:effectLst/>
                <a:uFillTx/>
                <a:latin typeface="Actor"/>
              </a:rPr>
              <a:t>Name</a:t>
            </a:r>
            <a:r>
              <a:rPr lang="en-US" sz="1600" b="0" u="none" strike="noStrike" dirty="0" smtClean="0">
                <a:solidFill>
                  <a:srgbClr val="FFFFFF"/>
                </a:solidFill>
                <a:effectLst/>
                <a:uFillTx/>
                <a:latin typeface="Actor"/>
              </a:rPr>
              <a:t>  : N. </a:t>
            </a:r>
            <a:r>
              <a:rPr lang="en-US" sz="1600" b="0" u="none" strike="noStrike" dirty="0" err="1" smtClean="0">
                <a:solidFill>
                  <a:srgbClr val="FFFFFF"/>
                </a:solidFill>
                <a:effectLst/>
                <a:uFillTx/>
                <a:latin typeface="Actor"/>
              </a:rPr>
              <a:t>Sowmya</a:t>
            </a:r>
            <a:endParaRPr lang="en-US" sz="1600" b="0" u="none" strike="noStrike" dirty="0" smtClean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 smtClean="0">
                <a:solidFill>
                  <a:srgbClr val="FFFFFF"/>
                </a:solidFill>
                <a:latin typeface="Actor"/>
              </a:rPr>
              <a:t>Roll No</a:t>
            </a:r>
            <a:r>
              <a:rPr lang="en-US" sz="1600" dirty="0" smtClean="0">
                <a:solidFill>
                  <a:srgbClr val="FFFFFF"/>
                </a:solidFill>
                <a:latin typeface="Actor"/>
              </a:rPr>
              <a:t>: 23NN1A4241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 smtClean="0">
                <a:solidFill>
                  <a:srgbClr val="FFFFFF"/>
                </a:solidFill>
                <a:effectLst/>
                <a:uFillTx/>
                <a:latin typeface="Actor"/>
              </a:rPr>
              <a:t>Branch</a:t>
            </a:r>
            <a:r>
              <a:rPr lang="en-US" sz="1600" b="0" u="none" strike="noStrike" dirty="0" smtClean="0">
                <a:solidFill>
                  <a:srgbClr val="FFFFFF"/>
                </a:solidFill>
                <a:effectLst/>
                <a:uFillTx/>
                <a:latin typeface="Actor"/>
              </a:rPr>
              <a:t> : CSE-AIML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/>
          <p:cNvSpPr/>
          <p:nvPr/>
        </p:nvSpPr>
        <p:spPr>
          <a:xfrm>
            <a:off x="289560" y="820205"/>
            <a:ext cx="54194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4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US" sz="24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647720" y="2028960"/>
            <a:ext cx="5419440" cy="12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8600" y="1281382"/>
            <a:ext cx="44729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🛒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Growing e-commerce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creates a huge amount of product information.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discovery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be difficult and time-consuming for users.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🌐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platforms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make product exploration less convenient.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🤖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E-Commerce Assistant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a centralized interface for </a:t>
            </a:r>
            <a:r>
              <a:rPr lang="en-IN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easier product exploration.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87125"/>
            <a:ext cx="3984456" cy="2225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/>
          <p:cNvSpPr/>
          <p:nvPr/>
        </p:nvSpPr>
        <p:spPr>
          <a:xfrm>
            <a:off x="225558" y="948693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4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sz="24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188" y="1476451"/>
            <a:ext cx="450581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🔎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 Product Discovery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Finding suitable products among many options is challenging.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🌐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Scattered Information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Product information is spread across different e-commerce platforms.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⏱️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 Search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Exploring and comparing multiple products requires more time.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🤔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Purchase Decisions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Users may find it difficult to identify suitable products from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2" y="1476451"/>
            <a:ext cx="3782961" cy="2213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/>
          <p:cNvSpPr/>
          <p:nvPr/>
        </p:nvSpPr>
        <p:spPr>
          <a:xfrm>
            <a:off x="230400" y="1002800"/>
            <a:ext cx="54194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4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endParaRPr lang="en-US" sz="24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4201" y="1383320"/>
            <a:ext cx="50807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Assistance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Provides intelligent support for product exploration.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Product Search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Helps users explore product information through one interface.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Comparison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Makes it easier to examine different product options.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🌐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Multi-Platform Support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Covers products from major e-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platforms.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1676401"/>
            <a:ext cx="3545495" cy="1935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/>
          <p:cNvSpPr/>
          <p:nvPr/>
        </p:nvSpPr>
        <p:spPr>
          <a:xfrm>
            <a:off x="196242" y="860202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sz="24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572" y="1349477"/>
            <a:ext cx="418421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Simplify Product Search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Make product discovery faster and easier.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🔎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Product Exploration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Provide relevant product information in one place.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Easy Comparison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Help users compare multiple products.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🛍️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Smart Shopping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Assist users in making informed product choice.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557" y="1349477"/>
            <a:ext cx="4056989" cy="2446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/>
          <p:cNvSpPr/>
          <p:nvPr/>
        </p:nvSpPr>
        <p:spPr>
          <a:xfrm>
            <a:off x="1904416" y="879803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n-IN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&amp; WORKING</a:t>
            </a:r>
            <a:endParaRPr lang="en-US" sz="26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666720" y="2666880"/>
            <a:ext cx="153324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ctor"/>
              </a:rPr>
              <a:t>Install required Python packages (Flask and </a:t>
            </a:r>
            <a:r>
              <a:rPr lang="en-US" sz="1200" b="0" u="none" strike="noStrike" dirty="0" smtClean="0">
                <a:solidFill>
                  <a:srgbClr val="000000"/>
                </a:solidFill>
                <a:effectLst/>
                <a:uFillTx/>
                <a:latin typeface="Actor"/>
              </a:rPr>
              <a:t>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ctor"/>
              </a:rPr>
              <a:t>and ensure products.csv and templates/ are present.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662004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6810480" y="2133720"/>
            <a:ext cx="15332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"/>
              </a:rPr>
              <a:t>Inspect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0995" y="1604160"/>
            <a:ext cx="40779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👤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Input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User searches for required products.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🤖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Assistant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Processes the request and identifies suitable products.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📦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Dataset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Retrieves product details from the available product data.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&amp; Comparison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Displays products for exploration and comparison.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482" y="1728221"/>
            <a:ext cx="4321115" cy="2288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62"/>
          <p:cNvSpPr/>
          <p:nvPr/>
        </p:nvSpPr>
        <p:spPr>
          <a:xfrm>
            <a:off x="413280" y="560159"/>
            <a:ext cx="54194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 &amp; KEY FEATURES</a:t>
            </a:r>
            <a:endParaRPr lang="en-US" sz="24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5280" y="1352159"/>
            <a:ext cx="652272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Technology Stack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+ Flask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Backend development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+ CSS + JavaScript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Frontend interface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 Dataset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Product information storage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Poppins UI Design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Clean and modern interface </a:t>
            </a:r>
          </a:p>
          <a:p>
            <a:pPr algn="just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Key Features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Search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Find products easily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Comparison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Compare different options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🌐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Multi-Platform Products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Amazon,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Flipkart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Meesho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AJIO &amp;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Myntra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🤖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AI-Assisted Shopping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Supports intelligent product exploration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/>
          <p:cNvSpPr/>
          <p:nvPr/>
        </p:nvSpPr>
        <p:spPr>
          <a:xfrm>
            <a:off x="906780" y="655320"/>
            <a:ext cx="6114660" cy="4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I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IMPACT, BENEFITS &amp; FUTURE SCOPE</a:t>
            </a:r>
            <a:endParaRPr lang="en-US" sz="3000" b="1" u="sng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22961" y="1292810"/>
            <a:ext cx="698754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🌟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Shopping Experience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Makes product discovery and exploration easier.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⏱️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Saves User Time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Reduces the effort required to search and compare products.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Decision-Making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Helps users examine multiple product options.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Personalized recommendations, advanced AI assistance, and real-time product information.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173" y="813024"/>
            <a:ext cx="5278449" cy="332399"/>
          </a:xfrm>
        </p:spPr>
        <p:txBody>
          <a:bodyPr/>
          <a:lstStyle/>
          <a:p>
            <a:r>
              <a:rPr lang="en-I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67684" y="1369173"/>
            <a:ext cx="432053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🤖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Shopping Assistance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Simplifies product discovery and exploration.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Product Information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Brings product data into one convenient interface.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Comparison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Helps users examine different products before choosing.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Future-Ready Solution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Provides a foundation for smarter and more personalized e-commerce experiences.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14" y="925458"/>
            <a:ext cx="4450080" cy="277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32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961" y="1925972"/>
            <a:ext cx="6234364" cy="692497"/>
          </a:xfrm>
        </p:spPr>
        <p:txBody>
          <a:bodyPr/>
          <a:lstStyle/>
          <a:p>
            <a:pPr algn="just"/>
            <a:r>
              <a:rPr lang="en" sz="50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078816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482</Words>
  <Application>Microsoft Office PowerPoint</Application>
  <PresentationFormat>On-screen Show (16:9)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Actor</vt:lpstr>
      <vt:lpstr>Arial</vt:lpstr>
      <vt:lpstr>Calibri</vt:lpstr>
      <vt:lpstr>Montserrat</vt:lpstr>
      <vt:lpstr>OpenSymbol</vt:lpstr>
      <vt:lpstr>Symbol</vt:lpstr>
      <vt:lpstr>Wingdings</vt:lpstr>
      <vt:lpstr>Artificial Intelligence in Finance Project Proposal by Slidesgo</vt:lpstr>
      <vt:lpstr>Artificial Intelligence in Finance Project Proposal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You!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Microsoft account</cp:lastModifiedBy>
  <cp:revision>13</cp:revision>
  <dcterms:modified xsi:type="dcterms:W3CDTF">2026-09-23T10:46:05Z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2026-09-23T06:04:31Z</dcterms:created>
  <dc:creator>Slidesgo AI</dc:creator>
  <dc:description/>
  <dc:language>en-US</dc:language>
  <cp:lastModifiedBy>Unknown Creator</cp:lastModifiedBy>
  <dcterms:modified xsi:type="dcterms:W3CDTF">2026-09-23T06:04:31Z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a2d00490-5cc4-4880-ac68-d57e07646484</vt:lpwstr>
  </property>
</Properties>
</file>